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Bitter Medium"/>
      <p:regular r:id="rId21"/>
    </p:embeddedFont>
    <p:embeddedFont>
      <p:font typeface="Bitter Medium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Car App Quality: Driving User Satisfaction Forward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explores the critical aspects of car app quality, outlining key metrics, challenges, and best practices for driving user satisfaction in the rapidly evolving automotive landscape.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0AED18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9848" y="5616654"/>
            <a:ext cx="12346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spc="-36" kern="0" dirty="0">
                <a:solidFill>
                  <a:srgbClr val="3C3838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467112"/>
            <a:ext cx="279677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spc="-36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Corporates Guide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Understanding the Unique Challenges of Automotive Apps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Distracted Driving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 apps must be designed with driver distraction prevention as a top priority. Simple interfaces and voice control features can minimize driver distraction.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170045"/>
            <a:ext cx="28761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Integration Complexity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Integrating car apps with various vehicle systems, including entertainment, navigation, and climate control, requires robust testing and seamless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972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Current State of Car Apps in the Market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10094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7439" y="3610094"/>
            <a:ext cx="304121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 apps are rapidly evolving, with new features and functionality emerging regularly.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85467" y="3610094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9116" y="3610094"/>
            <a:ext cx="304121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car app manufacturers are focusing on personalization and customization to enhance the user experience.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90657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17439" y="5906572"/>
            <a:ext cx="69327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an increasing demand for intuitive and user-friendly interfaces, particularly for elderly and disabled drivers.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772" y="509707"/>
            <a:ext cx="7846457" cy="115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00" spc="-109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Quality Metrics for Automotive Applications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8772" y="1946196"/>
            <a:ext cx="7846457" cy="1083112"/>
          </a:xfrm>
          <a:prstGeom prst="roundRect">
            <a:avLst>
              <a:gd name="adj" fmla="val 718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653" y="2139077"/>
            <a:ext cx="2317194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spc="-5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1653" y="2539841"/>
            <a:ext cx="746069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spc="-2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Responsiveness, stability, and reliability are crucial for a positive user experience.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8772" y="3214568"/>
            <a:ext cx="7846457" cy="1379696"/>
          </a:xfrm>
          <a:prstGeom prst="roundRect">
            <a:avLst>
              <a:gd name="adj" fmla="val 564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653" y="3407450"/>
            <a:ext cx="2317194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spc="-5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Security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653" y="3808214"/>
            <a:ext cx="7460694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spc="-2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protection, secure communication protocols, and access control are essential for safeguarding user information.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8772" y="4779526"/>
            <a:ext cx="7846457" cy="1379696"/>
          </a:xfrm>
          <a:prstGeom prst="roundRect">
            <a:avLst>
              <a:gd name="adj" fmla="val 564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653" y="4972407"/>
            <a:ext cx="2317194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spc="-5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Usability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1653" y="5373172"/>
            <a:ext cx="7460694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spc="-2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navigation, clear labeling, and easy-to-use features are paramount for driver safety.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8772" y="6344483"/>
            <a:ext cx="7846457" cy="1379696"/>
          </a:xfrm>
          <a:prstGeom prst="roundRect">
            <a:avLst>
              <a:gd name="adj" fmla="val 564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653" y="6537365"/>
            <a:ext cx="2317194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800" spc="-5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Satisfaction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41653" y="6938129"/>
            <a:ext cx="7460694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spc="-2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feedback, app ratings, and user reviews provide valuable insights into overall app quality.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85247"/>
            <a:ext cx="11794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Safety First: Critical Performance Requirements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93418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72797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Swift app startup and fast loading times are essential for minimizing distractions.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4934188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54704" y="5727978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error handling and crash prevention mechanisms are critical for ensuring app stability.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4934188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15738" y="5727978"/>
            <a:ext cx="41207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Reliable connectivity and consistent performance, even in areas with weak signal, are paramount for a seamless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26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Interface Design for Driver Distraction Prevention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687491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Large, easy-to-tap buttons minimize the need for precise touch input.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74231" y="4766905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03069" y="4823579"/>
            <a:ext cx="10918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481304" y="3598664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 control features allow drivers to interact with the app hands-free.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10393" y="3244810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0182" y="3301484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481304" y="5413296"/>
            <a:ext cx="435530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Contextual awareness minimizes distractions by only displaying relevant information.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3224451"/>
            <a:ext cx="3651885" cy="365188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10393" y="628888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117086" y="6345555"/>
            <a:ext cx="1535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39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Integration with Vehicle Systems and Hardware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997637"/>
            <a:ext cx="30480" cy="3991928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3492698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32527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4867" y="3337798"/>
            <a:ext cx="1309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322445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testing across multiple vehicle models and operating systems ensures compatibility.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845022" y="4898946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10" name="Shape 7"/>
          <p:cNvSpPr/>
          <p:nvPr/>
        </p:nvSpPr>
        <p:spPr>
          <a:xfrm>
            <a:off x="6365200" y="465903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1888" y="4744045"/>
            <a:ext cx="1769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867888" y="4630698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communication protocols safeguard data transfer between the app and vehicle systems.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845022" y="630519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5200" y="60652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8078" y="6150293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7867888" y="6036945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documentation and developer resources provide support for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409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spc="-130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Testing Strategies for Connected Car Applications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20052"/>
            <a:ext cx="1104424" cy="1325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91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testing verifies core app functionalities, including navigation, music playback, and phone calls.</a:t>
            </a:r>
            <a:endParaRPr lang="en-US" sz="17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3645337"/>
            <a:ext cx="1104424" cy="13252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08728" y="3866198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testing assesses app response time, stability, and resource utilization.</a:t>
            </a:r>
            <a:endParaRPr lang="en-US" sz="17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4970621"/>
            <a:ext cx="1104424" cy="132528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08728" y="5191482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testing evaluates vulnerabilities and ensures data protection.</a:t>
            </a:r>
            <a:endParaRPr lang="en-US" sz="17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3" y="6295906"/>
            <a:ext cx="1104424" cy="132528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208728" y="6516767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Usability testing provides valuable insights into user experience and identifies areas for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70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Common Quality Issues and Their Solutions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564731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3564731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crashes can be addressed through comprehensive bug testing and code optimization.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1133951" y="4517350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4134" y="451735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loading times can be improved by optimizing app performance and reducing resource usage.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474232" y="5469969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415" y="5469969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Connectivity issues can be mitigated by implementing robust error handling and network management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9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32934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329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610672"/>
            <a:ext cx="7589520" cy="138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spc="-131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Regulatory Compliance and Industry Standards</a:t>
            </a:r>
            <a:endParaRPr lang="en-US" sz="4350" dirty="0"/>
          </a:p>
        </p:txBody>
      </p:sp>
      <p:sp>
        <p:nvSpPr>
          <p:cNvPr id="6" name="Text 2"/>
          <p:cNvSpPr/>
          <p:nvPr/>
        </p:nvSpPr>
        <p:spPr>
          <a:xfrm>
            <a:off x="777240" y="2442567"/>
            <a:ext cx="7589520" cy="73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50"/>
              </a:lnSpc>
              <a:buNone/>
            </a:pPr>
            <a:r>
              <a:rPr lang="en-US" sz="5750" spc="-173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5750" dirty="0"/>
          </a:p>
        </p:txBody>
      </p:sp>
      <p:sp>
        <p:nvSpPr>
          <p:cNvPr id="7" name="Text 3"/>
          <p:cNvSpPr/>
          <p:nvPr/>
        </p:nvSpPr>
        <p:spPr>
          <a:xfrm>
            <a:off x="3183850" y="3452932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spc="-6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Safety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77240" y="3933230"/>
            <a:ext cx="7589520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Adherence to safety regulations ensures the driver's well-being and promotes responsible app development.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421035"/>
            <a:ext cx="7589520" cy="73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50"/>
              </a:lnSpc>
              <a:buNone/>
            </a:pPr>
            <a:r>
              <a:rPr lang="en-US" sz="5750" spc="-173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5750" dirty="0"/>
          </a:p>
        </p:txBody>
      </p:sp>
      <p:sp>
        <p:nvSpPr>
          <p:cNvPr id="10" name="Text 6"/>
          <p:cNvSpPr/>
          <p:nvPr/>
        </p:nvSpPr>
        <p:spPr>
          <a:xfrm>
            <a:off x="3183850" y="6431399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spc="-6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Privacy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777240" y="6911697"/>
            <a:ext cx="7589520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user data and complying with privacy laws is paramount for building trust and user satisfaction.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179"/>
            <a:ext cx="98051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Best Practices for Car App Development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2550557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41" y="2550557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91" y="2550557"/>
            <a:ext cx="4221599" cy="42215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145"/>
            <a:ext cx="12332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Trends and Recommendations for Success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34553"/>
            <a:ext cx="2152055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9786" y="2959179"/>
            <a:ext cx="10918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3613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851785"/>
            <a:ext cx="82525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will enhance navigation, safety features, and personalized experiences.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817501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861078"/>
            <a:ext cx="4304109" cy="16698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0617" y="4469249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 Capabilities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578310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Augmented reality will overlay information on the driver's view, enhancing safety and navigation.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544026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587603"/>
            <a:ext cx="6456164" cy="16698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521" y="6195774"/>
            <a:ext cx="1535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814417"/>
            <a:ext cx="33357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Connected Car Ecosystems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304836"/>
            <a:ext cx="61005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 apps will seamlessly connect to other devices and services within the vehicle ecosystem.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2025-02-24T20:00:38Z</dcterms:created>
  <dcterms:modified xsi:type="dcterms:W3CDTF">2025-02-24T20:00:38Z</dcterms:modified>
</cp:coreProperties>
</file>