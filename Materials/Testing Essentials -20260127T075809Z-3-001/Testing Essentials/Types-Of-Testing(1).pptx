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6lY6oToNyIkkN+skD36hoMgKF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162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833199" y="2649736"/>
            <a:ext cx="7477601" cy="95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36"/>
              <a:buFont typeface="Montserrat"/>
              <a:buNone/>
            </a:pPr>
            <a:r>
              <a:rPr b="1" i="0" lang="en-US" sz="6036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Types of Testing</a:t>
            </a:r>
            <a:endParaRPr b="0" i="0" sz="60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33199" y="3941207"/>
            <a:ext cx="7477601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 Software testing is crucial to ensure the quality and reliability of applications. There are many different types of testing, each with a specific purpose and approach, that work together to create a comprehensive testing strategy.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042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833199" y="1759744"/>
            <a:ext cx="5554980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4"/>
              <a:buFont typeface="Montserrat"/>
              <a:buNone/>
            </a:pPr>
            <a:r>
              <a:rPr b="1" i="0" lang="en-US" sz="437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Unit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33199" y="2960965"/>
            <a:ext cx="499943" cy="499943"/>
          </a:xfrm>
          <a:prstGeom prst="roundRect">
            <a:avLst>
              <a:gd fmla="val 2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19413" y="3002637"/>
            <a:ext cx="127397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4"/>
              <a:buFont typeface="Montserrat"/>
              <a:buNone/>
            </a:pPr>
            <a:r>
              <a:rPr b="1" i="0" lang="en-US" sz="262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555313" y="3037284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Isolated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555313" y="3517702"/>
            <a:ext cx="3820001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Unit tests verify the smallest testable parts of an application, such as individual functions or methods, in isolation.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597485" y="2960965"/>
            <a:ext cx="499943" cy="499943"/>
          </a:xfrm>
          <a:prstGeom prst="roundRect">
            <a:avLst>
              <a:gd fmla="val 2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750719" y="3002637"/>
            <a:ext cx="193358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4"/>
              <a:buFont typeface="Montserrat"/>
              <a:buNone/>
            </a:pPr>
            <a:r>
              <a:rPr b="1" i="0" lang="en-US" sz="262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319599" y="3037284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Targeted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319599" y="3517702"/>
            <a:ext cx="3820001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Unit tests focus on specific, targeted scenarios to thoroughly validate the functionality of each component.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33199" y="5246489"/>
            <a:ext cx="499943" cy="499943"/>
          </a:xfrm>
          <a:prstGeom prst="roundRect">
            <a:avLst>
              <a:gd fmla="val 2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986076" y="5288161"/>
            <a:ext cx="194072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4"/>
              <a:buFont typeface="Montserrat"/>
              <a:buNone/>
            </a:pPr>
            <a:r>
              <a:rPr b="1" i="0" lang="en-US" sz="262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555313" y="5322808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Automated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555313" y="5803225"/>
            <a:ext cx="8584287" cy="66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Unit tests are typically automated, allowing for quick and consistent execution as the codebase evolves.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2517696" y="1065371"/>
            <a:ext cx="5554980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4"/>
              <a:buFont typeface="Montserrat"/>
              <a:buNone/>
            </a:pPr>
            <a:r>
              <a:rPr b="1" i="0" lang="en-US" sz="437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Integration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517696" y="4684157"/>
            <a:ext cx="9594890" cy="44410"/>
          </a:xfrm>
          <a:prstGeom prst="rect">
            <a:avLst/>
          </a:prstGeom>
          <a:solidFill>
            <a:srgbClr val="CACA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838640" y="3906560"/>
            <a:ext cx="44410" cy="777597"/>
          </a:xfrm>
          <a:prstGeom prst="rect">
            <a:avLst/>
          </a:prstGeom>
          <a:solidFill>
            <a:srgbClr val="CACA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610933" y="4434245"/>
            <a:ext cx="499943" cy="499943"/>
          </a:xfrm>
          <a:prstGeom prst="roundRect">
            <a:avLst>
              <a:gd fmla="val 2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797147" y="4475917"/>
            <a:ext cx="127397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4"/>
              <a:buFont typeface="Montserrat"/>
              <a:buNone/>
            </a:pPr>
            <a:r>
              <a:rPr b="1" i="0" lang="en-US" sz="262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472101" y="2204085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Verify Interactions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739866" y="2684502"/>
            <a:ext cx="4241959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Integration tests check how different components of the system work together, ensuring seamless interactions.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292876" y="4684157"/>
            <a:ext cx="44410" cy="777597"/>
          </a:xfrm>
          <a:prstGeom prst="rect">
            <a:avLst/>
          </a:prstGeom>
          <a:solidFill>
            <a:srgbClr val="CACA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7065169" y="4434245"/>
            <a:ext cx="499943" cy="499943"/>
          </a:xfrm>
          <a:prstGeom prst="roundRect">
            <a:avLst>
              <a:gd fmla="val 2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218402" y="4475917"/>
            <a:ext cx="193358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4"/>
              <a:buFont typeface="Montserrat"/>
              <a:buNone/>
            </a:pPr>
            <a:r>
              <a:rPr b="1" i="0" lang="en-US" sz="262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705832" y="5684044"/>
            <a:ext cx="3218378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Incremental Approach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194102" y="6164461"/>
            <a:ext cx="4241959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Integration testing is often done in an incremental manner, building up from smaller subsystems to the full system.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747111" y="3906560"/>
            <a:ext cx="44410" cy="777597"/>
          </a:xfrm>
          <a:prstGeom prst="rect">
            <a:avLst/>
          </a:prstGeom>
          <a:solidFill>
            <a:srgbClr val="CACA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9519404" y="4434245"/>
            <a:ext cx="499943" cy="499943"/>
          </a:xfrm>
          <a:prstGeom prst="roundRect">
            <a:avLst>
              <a:gd fmla="val 2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9672280" y="4475917"/>
            <a:ext cx="194072" cy="4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4"/>
              <a:buFont typeface="Montserrat"/>
              <a:buNone/>
            </a:pPr>
            <a:r>
              <a:rPr b="1" i="0" lang="en-US" sz="262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380571" y="2204085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Identify Defects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648337" y="2684502"/>
            <a:ext cx="4242078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These tests help uncover issues that may arise from the integration of different parts of the system.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2517696" y="2098477"/>
            <a:ext cx="7112794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4"/>
              <a:buFont typeface="Montserrat"/>
              <a:buNone/>
            </a:pPr>
            <a:r>
              <a:rPr b="1" i="0" lang="en-US" sz="437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End-to-End (E2E)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517696" y="3348276"/>
            <a:ext cx="2836545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Simulates User Journeys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517696" y="4264819"/>
            <a:ext cx="2836545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E2E tests validate the entire application flow, from start to finish, as a user would interact with it.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903833" y="3348276"/>
            <a:ext cx="2836545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Ensures Functionality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903833" y="4264819"/>
            <a:ext cx="2836545" cy="16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These tests confirm that the application works as expected, from the user's perspective, across all integrated components.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289971" y="3348276"/>
            <a:ext cx="2836545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Detects Larger Issues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289971" y="4264819"/>
            <a:ext cx="2836545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E2E testing can uncover system-wide problems that may not be evident in smaller, isolated tests.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2517696" y="1509832"/>
            <a:ext cx="5554980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4"/>
              <a:buFont typeface="Montserrat"/>
              <a:buNone/>
            </a:pPr>
            <a:r>
              <a:rPr b="1" i="0" lang="en-US" sz="437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Functional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517696" y="2648545"/>
            <a:ext cx="4686419" cy="1924526"/>
          </a:xfrm>
          <a:prstGeom prst="roundRect">
            <a:avLst>
              <a:gd fmla="val 692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2739866" y="2870716"/>
            <a:ext cx="3415189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Validates Requirements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739866" y="3351133"/>
            <a:ext cx="4242078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Functional tests ensure that the application's features and behaviors meet the specified requirements.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426285" y="2648545"/>
            <a:ext cx="4686419" cy="1924526"/>
          </a:xfrm>
          <a:prstGeom prst="roundRect">
            <a:avLst>
              <a:gd fmla="val 692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7648456" y="2870716"/>
            <a:ext cx="3259098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User-Centric Approach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648456" y="3351133"/>
            <a:ext cx="4242078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These tests focus on how the application performs from the user's perspective, verifying intended functionality.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517696" y="4795242"/>
            <a:ext cx="4686419" cy="1924526"/>
          </a:xfrm>
          <a:prstGeom prst="roundRect">
            <a:avLst>
              <a:gd fmla="val 692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2739866" y="5017413"/>
            <a:ext cx="3149203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Covers User Scenarios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739866" y="5497830"/>
            <a:ext cx="4242078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Functional testing covers a wide range of user scenarios, from basic to complex, to ensure comprehensive coverage.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426285" y="4795242"/>
            <a:ext cx="4686419" cy="1924526"/>
          </a:xfrm>
          <a:prstGeom prst="roundRect">
            <a:avLst>
              <a:gd fmla="val 692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648456" y="5017413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Identifies Bugs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648456" y="5497830"/>
            <a:ext cx="4242078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Functional testing helps uncover bugs and defects that prevent the application from working as expected.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2517696" y="2085499"/>
            <a:ext cx="5981938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4"/>
              <a:buFont typeface="Montserrat"/>
              <a:buNone/>
            </a:pPr>
            <a:r>
              <a:rPr b="1" i="0" lang="en-US" sz="437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Performance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7696" y="3224213"/>
            <a:ext cx="537091" cy="53709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2517696" y="3983474"/>
            <a:ext cx="2148721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Load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517696" y="4463891"/>
            <a:ext cx="2148721" cy="16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Evaluates the system's behavior and responsiveness under varying loads and user volumes.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9673" y="3224213"/>
            <a:ext cx="537210" cy="53721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4999673" y="3983593"/>
            <a:ext cx="214884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Stress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999673" y="4464010"/>
            <a:ext cx="2148840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Pushes the system to its limits to identify potential bottlenecks and points of failure.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1768" y="3224213"/>
            <a:ext cx="537091" cy="537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7481768" y="3983474"/>
            <a:ext cx="2148721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Scalability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481768" y="4811077"/>
            <a:ext cx="2148721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Determines how the system performs as it grows in size, user base, or data volume.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3745" y="3224213"/>
            <a:ext cx="537210" cy="53721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9963745" y="3983593"/>
            <a:ext cx="214884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Soak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9963745" y="4464010"/>
            <a:ext cx="2148840" cy="16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Assesses the system's ability to maintain performance and stability over an extended period.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2517696" y="1743075"/>
            <a:ext cx="5554980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4"/>
              <a:buFont typeface="Montserrat"/>
              <a:buNone/>
            </a:pPr>
            <a:r>
              <a:rPr b="1" i="0" lang="en-US" sz="437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Security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7696" y="2881789"/>
            <a:ext cx="3198257" cy="88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2739866" y="4103727"/>
            <a:ext cx="2753916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Vulnerability Scanning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739866" y="4931331"/>
            <a:ext cx="2753916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Identifies potential security weaknesses in the application that could be exploited by attackers.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953" y="2881789"/>
            <a:ext cx="3198257" cy="88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5938123" y="4103727"/>
            <a:ext cx="2753916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Penetration Testing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938123" y="4931331"/>
            <a:ext cx="2753916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Simulates real-world attacks to assess the application's ability to withstand and mitigate security threats.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4209" y="2881789"/>
            <a:ext cx="3198376" cy="88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9136380" y="4103727"/>
            <a:ext cx="2754035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Risk Assessment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136380" y="4584144"/>
            <a:ext cx="2754035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Evaluates the potential impact and likelihood of security vulnerabilities to prioritize remediation efforts.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2517696" y="1623179"/>
            <a:ext cx="5554980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4"/>
              <a:buFont typeface="Montserrat"/>
              <a:buNone/>
            </a:pPr>
            <a:r>
              <a:rPr b="1" i="0" lang="en-US" sz="437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Regression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517696" y="2761893"/>
            <a:ext cx="9594890" cy="128147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2739985" y="2902744"/>
            <a:ext cx="4349234" cy="333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541181" y="2902744"/>
            <a:ext cx="4349234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Ensures that changes to the application do not introduce new bugs or break existing functionality.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739985" y="4184213"/>
            <a:ext cx="4349234" cy="333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541181" y="4184213"/>
            <a:ext cx="4349234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Runs a comprehensive suite of tests, including both new and previously passing tests, after each code change.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517696" y="5324832"/>
            <a:ext cx="9594890" cy="128147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739985" y="5465683"/>
            <a:ext cx="4349234" cy="333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541181" y="5465683"/>
            <a:ext cx="4349234" cy="99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Regression testing is crucial to maintain the overall quality and stability of the application over time.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2517696" y="2438757"/>
            <a:ext cx="5649278" cy="694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4"/>
              <a:buFont typeface="Montserrat"/>
              <a:buNone/>
            </a:pPr>
            <a:r>
              <a:rPr b="1" i="0" lang="en-US" sz="437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Acceptance Testing</a:t>
            </a:r>
            <a:endParaRPr b="0" i="0" sz="43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2517696" y="3688556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Acceptance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2517696" y="4257913"/>
            <a:ext cx="2836545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Acceptance tests validate that the application meets the user's requirements and expectations.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903833" y="3688556"/>
            <a:ext cx="2794873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Business Validation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903833" y="4257913"/>
            <a:ext cx="2836545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These tests ensure the application aligns with the organization's business objectives and goals.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9289971" y="3688556"/>
            <a:ext cx="2777490" cy="347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Montserrat"/>
              <a:buNone/>
            </a:pPr>
            <a:r>
              <a:rPr b="1" i="0" lang="en-US" sz="218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Final Approval</a:t>
            </a:r>
            <a:endParaRPr b="0" i="0" sz="2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9289971" y="4257913"/>
            <a:ext cx="2836545" cy="1333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994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Acceptance testing is typically the last step before the application is approved for deployment.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2024-05-13T18:49:00Z</dcterms:created>
  <dc:creator>PptxGenJS</dc:creator>
</cp:coreProperties>
</file>